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48640"/>
          <a:lstStyle/>
          <a:p>
            <a:pPr algn="ctr">
              <a:spcAft>
                <a:spcPts val="1200"/>
              </a:spcAft>
              <a:defRPr sz="1300" b="1">
                <a:solidFill>
                  <a:srgbClr val="FBBF24"/>
                </a:solidFill>
              </a:defRPr>
            </a:pPr>
            <a:r>
              <a:t>MULTI-AGENT KNOWLEDGE GRAPH &amp; ADJUDICATION SYSTEM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The Fact Detective Agency 🕵️‍♂️⚖️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Automated Fact Extraction, Verifiable Evidence Provenance &amp; Cross-Document Adjudication Layer for Complex Enterprise Disclosures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🚀 Live Web App: https://fact-detective-agency.loca.lt  |  ⚡ Vercel Production  |  🐙 GitHub: RidhimaSharma11404/fact-detective-agency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01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Standard LLMs &amp; Basic RAG Fail on Corporate Disclosures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❌  Hallucination &amp; Provenance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Numbers and metrics extracted without exact character-level source citations.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verifiable bounding blocks or page-level evidence audit trail.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Unchecked confidence scores masquerading as ground-truth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❌  Temporal Blindness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Fails to distinguish across chronological reporting horizons.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Pre-IPO baseline revenue confused with post-IPO consolidated scale.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Historical facts treated as current state without supersession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❌  Scope &amp; Line-Item Ambiguity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Directly equates "customer contract revenue" with "total operational income".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Generates high false-alarm contradiction rates on legitimate accounting distinctions.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Lacks structured epistemic modality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02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Coordinated Multi-Agent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🕵️‍♂️  Agent 1: The Detective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Layout-Aware PDF Block Parser (PyMuPDF + PyPDF fallback).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Extracts atomic &lt;Subject, Predicate, Object&gt; factual propositions.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Qualifier Inference (fiscal year, accounting basis, currency units).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Epistemic Credibility Calibration (0.0 to 1.0) using certainty markers.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Exact text span fuzzy matching with character-level offsets.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⚖️  Agent 2: The Courtroom Panel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Dense 256d Vector Index for O(K) sub-linear candidate pair retrieval.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 Skeptic Judge: Adversarial prosecutor targeting numerical divergence.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 Reconciler Judge: Contextual judge resolving scope &amp; temporal horizons.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Chief Magistrate Arbiter: Authoritative tiebreaker on epistemic deadlocks.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Deterministic SHA-256 Fact Lifecycle &amp; Supersession 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03 / EXTRACTION &amp;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Agent 1: Atomic Claim Extraction &amp; Epistemic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📌  Structured Claim Schema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Subject: Entity / Corporate body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Predicate: Action / Reported metric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Object: Numerical value or status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Qualifiers: Dynamic key-value context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Modality: Audited statutory vs forward guidance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Deterministic Hash: SHA-256 fingerprint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🎯  Epistemic Calibration (0-1)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0.90 – 1.00: Audited statutory balance sheets &amp; official tables.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0.70 – 0.89: Narrative management commentary &amp; operational notes.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0.50 – 0.69: Hedged or estimated estimates ("approximately").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0.20 – 0.49: Forward guidance &amp; management projections.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🔍  Verbatim Evidence Grounding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Binds exact PDF document name.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Records 1-indexed page number.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Extracts exact character start &amp; end offsets.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Sliding-window token fuzzy matching with SequenceMatcher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04 / ADVERSARIAL ADJUDICATION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Agent 2: Dual-Judge NLI Debate &amp; Chief Magistrate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PROSECUTOR  The Skeptic Judge 🗡️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Adversarial prosecutor persona.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Hunts for mathematical contradictions.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Flags incompatible metric claims.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Prevents single-prompt confirmation bias.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RECONCILER  The Reconciler Judge ⚖️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Investigative contextual arbiter.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Checks Temporal Intervals (FY21 vs FY24).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Checks Line-Item Scope (contracts vs total).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Checks Accounting Standards &amp;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ARBITER  Chief Magistrate ⚡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Resolves HUNG_JURY deadlocks.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Manages Fact Supersession lifecycles.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Maintains unbroken audit provenance.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Human-in-the-loop review overrides.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05 / CURATED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 Real-World Enterprise Adjudication Exhibits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🟢  Case 1: Corroborated Statutory Revenue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Delhivery FY24 revenue confirmed across Annual Report &amp; Presentation (₹81,420M).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Verdict: CORROBORATED | Credibility: 0.95 | Verbatim evidence matched.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🔴  Case 2: Direct Contradiction Flagged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Identical scope &amp; temporal parameters with conflicting financial metrics.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Verdict: CONTRADICTED | The Skeptic catches irreconcilable divergence.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32918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818CF8"/>
                </a:solidFill>
              </a:defRPr>
            </a:pPr>
            <a:r>
              <a:t>🟣  Case 3: Scope Reconciliation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Contracts (₹68,810M) vs Total Income (₹72,250M).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Verdict: RECONCILED (Zero False Alarms).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3977639"/>
            <a:ext cx="32918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🔵  Case 4: Supersession Lifecycle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Director status: FY22 Active -&gt; FY24 Retired.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Verdict: SUPERSEDED_BY with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3977639"/>
            <a:ext cx="32918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🟡  Case 5: Hung Jury Arbiter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Hedged guidance vs audited loss deadlock.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Resolved via Chief Magistrate tiebreaker.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06 / PRODUCTION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Dual-Engine Reliability, Testing &amp; REST API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⚙️  Enterprise Reliability &amp; Tests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Frontier LLMs (Gemini 2.0 / GPT-4o) + Zero-Dependency Heuristic Fallback.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Model Discovery auto-negotiates active API tiers without 404 errors.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256-dimensional semantic vector index prevents O(N^2) quadratic explosions.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8/8 Automated Pytest Unit Tests passing in 0.71s.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Serverless Vercel &amp; Docker Containerized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🌐  Complete REST API &amp; Swagger Docs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POST /api/documents/upload: Multi-agent PDF ingestion &amp; extraction.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/api/facts &amp; GET /api/facts/{id}: Fact Dossier &amp; witness verdicts.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POST /api/verdicts/{id}/tiebreak: Chief Magistrate arbitration.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POST /api/verdicts/{id}/review: Human-in-the-loop review override.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Swagger Docs live at /docs and /redoc.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07 / SUMMARY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Takeaways &amp; Live Demonstration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FBBF24"/>
                </a:solidFill>
              </a:defRPr>
            </a:pPr>
            <a:r>
              <a:t>The Fact Detective Agency — Production Summary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 Transforms unstructured corporate PDFs into verifiable, audited knowledge graphs.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 Dual-judge adversarial adjudication eliminates single-prompt hallucinations and false alarms.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 Verifiable provenance: Every single claim is anchored to exact character-level PDF citations.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✔  Zero-failure resilience: Seamless transition between frontier LLMs and offline heuristic engines.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🌐 Live App: https://fact-detective-agency.loca.lt (Password: 182.72.39.9)</a:t>
            </a:r>
            <a:br/>
            <a:r>
              <a:t>🐙 GitHub: https://github.com/RidhimaSharma11404/fact-detective-agency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